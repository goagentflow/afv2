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8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48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223962"/>
            <a:ext cx="7810500" cy="1247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Discovery Dayfor DCM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571500" y="2738438"/>
            <a:ext cx="6667500" cy="571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Bef>
                <a:spcPts val="2100"/>
              </a:spcBef>
              <a:buNone/>
            </a:pPr>
            <a:r>
              <a:rPr lang="en-US" sz="15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day to build AI capability, uncover opportunities and create a plan worth acting 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1500" y="3767138"/>
            <a:ext cx="78105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600"/>
              </a:spcBef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Karen Stacey · AgentFlow · February 2026 ·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4800"/>
            <a:ext cx="83820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prompted this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81000" y="1874044"/>
            <a:ext cx="83820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raised a concern about data governance; whether your teams might be inadvertently sharing confidential client information through consumer AI tools. It's a legitimate worry and one that's straightforward to fix.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81000" y="2483644"/>
            <a:ext cx="83820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described a desire to give your people structured AI training; not just as a productivity tool but as genuine professional development. Something that shows the business is investing in them.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81000" y="3093244"/>
            <a:ext cx="8382000" cy="457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underneath both of those, a set of bigger questions: where does AI actually fit into DCM's future? From how you forecast films and manage inventory through to how you think about yield as the market moves toward automated trading.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1000" y="3776662"/>
            <a:ext cx="8382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7952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proposal addresses all three - in a way that gives your team real capability on the day and gives you a clear picture of where to go next.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1000" y="304800"/>
            <a:ext cx="83820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82600" y="921544"/>
            <a:ext cx="2676525" cy="3581400"/>
          </a:xfrm>
          <a:prstGeom prst="roundRect">
            <a:avLst>
              <a:gd name="adj" fmla="val 973"/>
            </a:avLst>
          </a:prstGeom>
          <a:solidFill>
            <a:srgbClr val="3C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11200" y="1152525"/>
            <a:ext cx="2219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DAY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1200" y="1321594"/>
            <a:ext cx="2219325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11200" y="1919287"/>
            <a:ext cx="221932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1200" y="2271713"/>
            <a:ext cx="2219325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 conversations with your senior team so we arrive already knowing your business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4725" y="921544"/>
            <a:ext cx="2676525" cy="3581400"/>
          </a:xfrm>
          <a:prstGeom prst="roundRect">
            <a:avLst>
              <a:gd name="adj" fmla="val 973"/>
            </a:avLst>
          </a:prstGeom>
          <a:solidFill>
            <a:srgbClr val="3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43325" y="1152525"/>
            <a:ext cx="2219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3325" y="1321594"/>
            <a:ext cx="2219325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443325" y="1919288"/>
            <a:ext cx="2219325" cy="4762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&amp; Activation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43325" y="2509838"/>
            <a:ext cx="2219325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is, how to use it properly, what great sales teams are doing with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46850" y="921544"/>
            <a:ext cx="2714625" cy="3581400"/>
          </a:xfrm>
          <a:prstGeom prst="roundRect">
            <a:avLst>
              <a:gd name="adj" fmla="val 946"/>
            </a:avLst>
          </a:prstGeom>
          <a:solidFill>
            <a:srgbClr val="3C4F61"/>
          </a:solidFill>
          <a:ln w="19050">
            <a:solidFill>
              <a:srgbClr val="F7A8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94500" y="1171575"/>
            <a:ext cx="22193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7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4500" y="1340644"/>
            <a:ext cx="2219325" cy="5238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94500" y="1938337"/>
            <a:ext cx="2219325" cy="238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F7A8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94500" y="2290762"/>
            <a:ext cx="2219325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structured session to map and prioritise where AI creates the most value for DCM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1000" y="4726781"/>
            <a:ext cx="83820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day. Three outcomes: your team can use AI, you know where it applies, and you have a prioritised list to act 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264319"/>
            <a:ext cx="838200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Morning: Inspiration &amp; Activation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81000" y="765572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71500" y="957262"/>
            <a:ext cx="37338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actually is - and what it isn't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1500" y="1316123"/>
            <a:ext cx="3733800" cy="895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clear, jargon-free look at where AI is right now. The difference between a chatbot, an agentic workflow, an agent and an agentic system and why that spectrum matters for what you choose to build. Plus: data governance, shadow AI and how to use AI safely with confidential client information.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648200" y="765572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838700" y="957262"/>
            <a:ext cx="37338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prompt properly: COASTER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838700" y="1317313"/>
            <a:ext cx="3733800" cy="714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people use AI like a search engine. We'll teach your team a structured framework that transforms the quality of what comes back. Hands-on, using real DCM tasks: drafting client emails, building pre-meeting briefs, analysing admissions data.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1000" y="2896791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71500" y="3088481"/>
            <a:ext cx="3886200" cy="21122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2x2: how to think about AI opportunities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1500" y="3449723"/>
            <a:ext cx="3733800" cy="533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framework that maps AI value across four quadrants: internal productivity, external productivity, internal growth, external growth. Populated with examples relevant to a sales-led media business.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48200" y="2896791"/>
            <a:ext cx="4114800" cy="1981200"/>
          </a:xfrm>
          <a:prstGeom prst="roundRect">
            <a:avLst>
              <a:gd name="adj" fmla="val 1775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38700" y="3088481"/>
            <a:ext cx="3733800" cy="161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great sales teams are doing with AI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838700" y="3447342"/>
            <a:ext cx="3733800" cy="895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6"/>
              </a:lnSpc>
              <a:buNone/>
            </a:pPr>
            <a:r>
              <a:rPr lang="en-US" sz="105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Pre-meeting intelligence that arms sellers before every pitch. Proposal generation that turns a brief into a first draft in minutes. Forecasting tools that reduce dependency on individual expertise. Post-campaign reporting that writes itself.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E31B68-74C9-1098-F6E1-06E54F5DA5F7}"/>
              </a:ext>
            </a:extLst>
          </p:cNvPr>
          <p:cNvSpPr txBox="1"/>
          <p:nvPr/>
        </p:nvSpPr>
        <p:spPr>
          <a:xfrm>
            <a:off x="4777740" y="2219677"/>
            <a:ext cx="359990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75000"/>
                  </a:schemeClr>
                </a:solidFill>
              </a:rPr>
              <a:t>73% of variation in AI outcomes comes from who wrote the prompt; not the model, not luck (Imas, Lee &amp; Misra, 2025)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AF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9144000" cy="571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302419"/>
            <a:ext cx="838200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Afternoon: Discovery &amp; Prioritisation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81000" y="1099613"/>
            <a:ext cx="8382000" cy="4857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we apply the work from the morning to your business. Using the 2x2 framework, the inspiration examples and observations from our pre-work conversations, we work through DCM's key workflows as a group.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81000" y="1736746"/>
            <a:ext cx="8382000" cy="2476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isn't a brainstorm. It's a structured process that produces a clear output.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81000" y="2525464"/>
            <a:ext cx="8382000" cy="1781175"/>
          </a:xfrm>
          <a:prstGeom prst="roundRect">
            <a:avLst>
              <a:gd name="adj" fmla="val 2196"/>
            </a:avLst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7700" y="2753171"/>
            <a:ext cx="78486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LEAVE WITH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7700" y="3021285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populated 2x2 of AI opportunities specific to DCM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7700" y="3309863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Each opportunity scored by impact and feasibility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7700" y="3598441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 prioritised shortlist of what to pursue first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7700" y="3887019"/>
            <a:ext cx="78486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Enough detail on each to know what it involves and where to start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42900" y="1542604"/>
            <a:ext cx="38862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42900" y="1864072"/>
            <a:ext cx="3886200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42900" y="2356991"/>
            <a:ext cx="38862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A6C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£6,000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42900" y="2936044"/>
            <a:ext cx="3886200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Pre-work interviews. Full day on-site. Your team leaves with skills, a populated opportunity map and a prioritised list. You take it from there.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3D5FA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4223" y="190500"/>
            <a:ext cx="1181100" cy="200025"/>
          </a:xfrm>
          <a:prstGeom prst="roundRect">
            <a:avLst>
              <a:gd name="adj" fmla="val 21769"/>
            </a:avLst>
          </a:prstGeom>
          <a:solidFill>
            <a:srgbClr val="F7A89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888523" y="228600"/>
            <a:ext cx="9525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14900" y="1171649"/>
            <a:ext cx="38862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14900" y="1495499"/>
            <a:ext cx="3886200" cy="600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Day + Strategic Roadmap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914900" y="2286074"/>
            <a:ext cx="3886200" cy="3905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£9,000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4914900" y="2866988"/>
            <a:ext cx="3886200" cy="1104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Option 1, plus we deliver a board-ready document within one week. The AI opportunity landscape for DCM, prioritised recommendations, indicative next steps with investment indicators, and a practical AI data governance policy. The document you put in front of your board.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14900" y="4819650"/>
            <a:ext cx="38862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day produces the insight. The roadmap makes sure it gets acted 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808286"/>
            <a:ext cx="8115300" cy="3524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DFA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typically comes next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1346448"/>
            <a:ext cx="8115300" cy="2190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00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not proposing any of this now. What comes next is driven by what the day uncovers. But to give you a sense of the range: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1793156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Copilot activation workshops rolled out to the wider team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2081733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Working AI agents built for specific workflows — sales intelligence, forecasting, campaign reporting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2370311"/>
            <a:ext cx="81153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23"/>
              </a:lnSpc>
              <a:buNone/>
            </a:pPr>
            <a:r>
              <a:rPr lang="en-US" sz="10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An ongoing capability programme that keeps your team ahead as the technology evolves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" y="2867025"/>
            <a:ext cx="571500" cy="190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152775"/>
            <a:ext cx="8115300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A6C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AGENTFLOW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364185"/>
            <a:ext cx="8115300" cy="5905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900" dirty="0">
                <a:solidFill>
                  <a:srgbClr val="FDFA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AgentFlow helps businesses figure out where AI creates real value — and then builds it. Founded by Hamish Nicklin (ex-CEO, Dentsu Media UK; ex-CRO, The Guardian) and Stephen Greszczyszyn (25 years, data engineering, Cisco). We don't sell software. We find the opportunities, build the solutions and stick around to make sure they work.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457200" y="4182814"/>
            <a:ext cx="81153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hamish@goagentflow.com · goagentflow.com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874</Words>
  <Application>Microsoft Macintosh PowerPoint</Application>
  <PresentationFormat>On-screen Show (16:9)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Hamish Nicklin</cp:lastModifiedBy>
  <cp:revision>2</cp:revision>
  <dcterms:created xsi:type="dcterms:W3CDTF">2026-02-16T15:41:28Z</dcterms:created>
  <dcterms:modified xsi:type="dcterms:W3CDTF">2026-02-16T17:35:25Z</dcterms:modified>
</cp:coreProperties>
</file>